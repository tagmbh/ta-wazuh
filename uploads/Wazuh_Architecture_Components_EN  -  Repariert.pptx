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6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1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09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914400"/>
            <a:ext cx="1463040" cy="146304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9692640" y="548640"/>
            <a:ext cx="640080" cy="640080"/>
          </a:xfrm>
          <a:prstGeom prst="ellipse">
            <a:avLst/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Partner Introduction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2004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walk-through of the Wazuh stack and where it sits inside a Blue-Team Operations stack — built for our integration partners.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•  Ivan Stricker  •  T-Alpha GmbH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2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 the Blue-Team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9476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237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52374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Server (Manager)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0998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&amp;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758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6758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Modules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251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Grouping 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828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8280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4041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4041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Decoders &amp; Rules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3716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19476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19476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25237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252374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Detection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0998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30998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Configuration Assessment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6758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03720" y="36758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Ports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251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4251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Hardware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4828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03720" y="48280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54041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03720" y="54041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3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Wazuh?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unified XDR + SIEM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Server · Indexer ·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480560" y="20116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detection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611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8321040" y="20116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32104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platforms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3611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Windows, macOS, AIX, Solaris, HP-UX, Docker, K8s, AWS, Azure, GCP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consolidates host-based intrusion detection, log management, file integrity, vulnerability detection, configuration assessment and active response in a single agent + central analytics plane — without per-EPS or per-GB licensing.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4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 the Blue-Team Operations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as the central XDR/SIEM in an open-source security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23774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0B1E3F"/>
          </a:solidFill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93776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 / SIEM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Correlation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IDS/IPS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0" y="14630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9144000" y="1600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81160" y="2057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Mgmt / SOAR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45720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9144000" y="4709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81160" y="5166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Analysis &amp; Response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Sharing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2103120"/>
            <a:ext cx="1920240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7315200" y="2103120"/>
            <a:ext cx="1828800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3017520" y="5120640"/>
            <a:ext cx="1920240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7315200" y="5120640"/>
            <a:ext cx="1828800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6126480" y="1874520"/>
            <a:ext cx="0" cy="50292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6126480" y="4023360"/>
            <a:ext cx="0" cy="54864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640080" y="5669280"/>
            <a:ext cx="109728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feeds network events  →  Wazuh correlates and alerts  →  TheHive orchestrates incidents  →  Cortex analyses observables  →  MISP shares IOCs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5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components, one continuous data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on endpoints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B1E3F"/>
          </a:solidFill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Server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rule processing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B1E3F"/>
          </a:solidFill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21792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Indexer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554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909828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administration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2148840"/>
            <a:ext cx="274320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5943600" y="2148840"/>
            <a:ext cx="274320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8823960" y="2148840"/>
            <a:ext cx="274320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collects logs, FIM events and host telemetry on the endpoint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upload to the server over TCP 1514 (AES-256, blowfish optional)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decodes, applies the ruleset and raises alerts (severity 0–15)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983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ships alerts to the Indexer over TLS (TCP 9200)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renders data and drives the platform via REST API (TCP 55000)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6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Server (Manager)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element — analyses every event and triggers alerts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new agents and distributes authentication keys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Connection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3317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data and validates identity (TCP 1514)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8458200" y="178308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896112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3317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Decoders + rules drive event identification and processing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118872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4348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interface to the Wazuh control plane (TCP 55000)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36576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4572000" y="38862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07492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Daemon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4348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in multi-node configurations (TCP 1516)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6576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8458200" y="38862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896112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+ Threat Intel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44348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events to the Indexer and matches IOCs against intel feeds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7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Indexer &amp;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search and the operator interface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OpenSearch-based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alerts and events from the 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full-text search over security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on TCP 9200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traffic on TCP 9300–9400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(multi-node)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626364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 / HTTPS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788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154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dashboards: PCI DSS, GDPR, CIS, HIPAA, NIST 800-53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management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114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configure and upgrade agents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50749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 test, API console, custom views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8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Agents &amp;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Linux, Windows, macOS, Solaris, AIX, HP-UX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and application logs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3566160" y="178308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06908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6446520" y="178308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94944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 &amp; anomaly detection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9326880" y="178308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982980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assessment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Syscollector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software inventory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2461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3566160" y="347472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406908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countermeasures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2461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Shape 28"/>
          <p:cNvSpPr/>
          <p:nvPr/>
        </p:nvSpPr>
        <p:spPr>
          <a:xfrm>
            <a:off x="6446520" y="347472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694944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K8s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98280" y="32461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Shape 32"/>
          <p:cNvSpPr/>
          <p:nvPr/>
        </p:nvSpPr>
        <p:spPr>
          <a:xfrm>
            <a:off x="9326880" y="347472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982980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Modules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2688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21208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8" name="Text 36"/>
          <p:cNvSpPr/>
          <p:nvPr/>
        </p:nvSpPr>
        <p:spPr>
          <a:xfrm>
            <a:off x="640080" y="5212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monitoring is also supported via Syslog, SSH or API integration — useful for appliances and unsupported OS targets.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9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Grouping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configuration is layered across the fleet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92840" cy="1097280"/>
          </a:xfrm>
          <a:prstGeom prst="roundRect">
            <a:avLst>
              <a:gd name="adj" fmla="val 6667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configuration applied to every agent enrolled in the manager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1292840" cy="1097280"/>
          </a:xfrm>
          <a:prstGeom prst="roundRect">
            <a:avLst>
              <a:gd name="adj" fmla="val 6667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sets (e.g. linux-prod, windows-dc, dmz). One agent can belong to many groups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11292840" cy="1097280"/>
          </a:xfrm>
          <a:prstGeom prst="roundRect">
            <a:avLst>
              <a:gd name="adj" fmla="val 6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Per-host overrides for exceptional cases — used sparingly to keep config maintainable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0"/>
            <a:ext cx="11292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rule: prefer groups. They give you targeted configuration without per-host drift, and they make rollbacks straightforward.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0"/>
            <a:ext cx="3657600" cy="0"/>
          </a:xfrm>
          <a:prstGeom prst="line">
            <a:avLst/>
          </a:prstGeom>
          <a:noFill/>
          <a:ln w="381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mechanics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pipeline, decoders, rules, FIM, Active Response, Vulnerability Detection and SCA — the building blocks your team will work with day-to-day.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11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event to enriched, MITRE-mapped alert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4892" y="1874520"/>
            <a:ext cx="155448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2724912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2724912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Pre-decode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32604" y="1874520"/>
            <a:ext cx="155448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4992624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4992624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92624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00316" y="1874520"/>
            <a:ext cx="155448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7260336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7260336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0336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68028" y="1874520"/>
            <a:ext cx="155448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9528048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9528048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28048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Collector ingests raw data (syslog, Windows Event Log, application logs)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127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Pre-decoder extracts standard fields: timestamp, hostname, program name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511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5112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uses regex to break the event into structured fields (srcip, user, action)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8953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matches decoded fields against 4,000+ rules (Wazuh + custom rulesets)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42793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match: alert with severity (0–15) and MITRE ATT&amp;CK mapping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11292840" cy="1371600"/>
          </a:xfrm>
          <a:prstGeom prst="roundRect">
            <a:avLst>
              <a:gd name="adj" fmla="val 5333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SSH brute-force detection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sshd[1234]: Failed password for root from 192.168.1.50 port 22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decoder: sshd  |  rule 5763 (level 10): multiple authentication failures  |  MITRE: T1110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severity ≥ 7 typically goes to the SOC; ≥ 12 wakes someone up.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ruleset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12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Decoders &amp; Rules —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partners typically extend Wazuh for client-specific applications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— local_decoder.xml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&lt;decoder name="myapp"&gt;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&lt;program_name&gt;myapp&lt;/program_name&gt;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&lt;regex&gt;User (\S+) logged in from (\S+)&lt;/regex&gt;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&lt;order&gt;user, srcip&lt;/order&gt;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&lt;/decoder&gt;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— local_rules.xml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201168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 id="100001" level="5"&gt;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&lt;decoded_as&gt;myapp&lt;/decoded_as&gt;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&lt;description&gt;User Login via myapp&lt;/description&gt;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&lt;group&gt;authentication_success,&lt;/group&gt;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11292840" cy="1554480"/>
          </a:xfrm>
          <a:prstGeom prst="roundRect">
            <a:avLst>
              <a:gd name="adj" fmla="val 4706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interactively — wazuh-logtest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/var/ossec/bin/wazuh-logtest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myapp: User admin logged in from 10.0.0.5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decoder: myapp | rule 100001 (level 5): User Login via myapp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11292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Decoders extract structured fields from raw logs    • Rules define conditions and severity    • wazuh-logtest validates without restart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ruleset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13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Monitoring (FIM)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tampering, web-shells and unauthorised changes on critical paths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FIM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scan computes SHA-256 hashes of monitored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or real-time scans detect changes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Compares: content, permissions, owner, 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change: alert with diff and affected 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— ossec.conf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05740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&lt;syscheck&gt;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&lt;frequency&gt;600&lt;/frequency&gt;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&lt;directories realtime="yes"&gt;/etc,/usr/bin&lt;/directories&gt;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&lt;directories&gt;/var/www/html&lt;/directories&gt;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&lt;/syscheck&gt;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 — web-shell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6634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drops a PHP file at /var/www/html/backdoor.php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956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956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detects the new file in real-time and raises rule 554 (level 7)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2486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524865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carries SHA-256 hash, owner, timestamp and file path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5412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55412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can isolate the file immediately — no waiting for the next scan window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FIM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14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containment on the affected endpoint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24912" y="15544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2724912" y="16002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92624" y="15544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992624" y="16002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0336" y="15544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7260336" y="16002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trigger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28048" y="15544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9528048" y="16002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2606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scripts: firewall-drop, host-deny, disable-account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9900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29900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scripts supported (Bash, Python, PowerShell)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741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337413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Configurable: timeout, specific rules, local vs server-side execution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5818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75818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Self-undoing: IP blocks lift automatically when the timeout expires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11292840" cy="1554480"/>
          </a:xfrm>
          <a:prstGeom prst="roundRect">
            <a:avLst>
              <a:gd name="adj" fmla="val 4706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firewall-drop (ossec.conf)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&lt;active-response&gt;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&lt;command&gt;firewall-drop&lt;/command&gt;   &lt;location&gt;local&lt;/location&gt;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&lt;rules_id&gt;5763&lt;/rules_id&gt;          &lt;!-- SSH brute force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&lt;timeout&gt;600&lt;/timeout&gt;             &lt;!-- 10-minute block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&lt;/active-response&gt;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Active Response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15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detection — no separate network scanner required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0B1E3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Syscollector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0" y="2057400"/>
            <a:ext cx="182880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0B1E3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343400" y="1645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0116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match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(NVD, vendor feeds)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1000" y="2057400"/>
            <a:ext cx="182880" cy="274320"/>
          </a:xfrm>
          <a:prstGeom prst="lin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8229600" y="1645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0116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with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detail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Syscollector inventories installed packages, OS version and kernel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3493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matches inventory against CVE databases (NVD, Canonical, Red Hat, Microsoft)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7705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387705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network scans needed — detection is fully agent-based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611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2611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contains: CVE ID, CVSS score, affected package, fix version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112928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257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reports openssl 1.1.1k installed → CVE-2024-5535 detected (CVSS 9.1) → alert level 13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upgrade to openssl 1.1.1w or later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Vulnerability Detection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16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Configuration Assessment (SCA)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against hardening benchmarks and custom policies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CIS-aligned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CIS Benchmarks plus your own policies (YAML)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69037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execution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240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the checks locally and reports pass/fail to the 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685800" y="342900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checks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checks for Linux, Windows and macOS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6355080" y="3429000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690372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3886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DSS, HIPAA, NIST 800-53, GDPR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11292840" cy="1188720"/>
          </a:xfrm>
          <a:prstGeom prst="roundRect">
            <a:avLst>
              <a:gd name="adj" fmla="val 6154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 example — Ubuntu 22.04 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pass · 11% fail · 7% N/A — failed checks include disable IPv4 redirects, audit log permissions, password reuse policy.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SCA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17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Ports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inter-component traffic is encrypted (AES-256 / TLS)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554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1554480"/>
            <a:ext cx="4736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11274552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057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1514/TCP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2057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AES-256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2057400"/>
            <a:ext cx="4736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ingestion (default)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48640" y="2560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560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1515/TCP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2560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2560320"/>
            <a:ext cx="4736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enrollment / authd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1274552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548640" y="3063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3063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1516/TCP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3063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AES-256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3063240"/>
            <a:ext cx="4736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daemon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548640" y="3566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0" y="35661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9200/TCP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3566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3566160"/>
            <a:ext cx="4736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alert ingest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11274552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548640" y="4069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03120" y="4069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4069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9300–9400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23560" y="4069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4069080"/>
            <a:ext cx="4736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transport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2" name="Text 40"/>
          <p:cNvSpPr/>
          <p:nvPr/>
        </p:nvSpPr>
        <p:spPr>
          <a:xfrm>
            <a:off x="548640" y="4572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03120" y="4572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31920" y="45720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55000/TCP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2356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95160" y="4572000"/>
            <a:ext cx="4736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(control plane)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5074920"/>
            <a:ext cx="11274552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8" name="Text 46"/>
          <p:cNvSpPr/>
          <p:nvPr/>
        </p:nvSpPr>
        <p:spPr>
          <a:xfrm>
            <a:off x="548640" y="5074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03120" y="5074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931920" y="5074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443/TCP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23560" y="50749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95160" y="5074920"/>
            <a:ext cx="4736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57607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open only what's needed per direction. Place the dashboard behind your reverse proxy or VPN — never expose 55000 to the internet.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18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Hardware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model that fits the customer's scale and operational maturity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on one server. Lab and small environments.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69494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on dedicated servers. Flexibility and scale.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Container-based deployment. Cattle, not pets.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9260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13284F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69494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Cloud (SaaS)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566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service. No infrastructure of your own.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sizing — 90-day retention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11274552" cy="3108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6177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46177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6177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617720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(90 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928616"/>
            <a:ext cx="11274552" cy="310896"/>
          </a:xfrm>
          <a:prstGeom prst="rect">
            <a:avLst/>
          </a:prstGeom>
          <a:solidFill>
            <a:srgbClr val="13284F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/>
          <p:cNvSpPr/>
          <p:nvPr/>
        </p:nvSpPr>
        <p:spPr>
          <a:xfrm>
            <a:off x="548640" y="492861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492861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49286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vCPU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9286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4928616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239512"/>
            <a:ext cx="11274552" cy="310896"/>
          </a:xfrm>
          <a:prstGeom prst="rect">
            <a:avLst/>
          </a:prstGeom>
          <a:solidFill>
            <a:srgbClr val="0B1E3F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548640" y="52395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77440" y="52395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06240" y="523951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vCPU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523951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0" y="5239512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GB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550408"/>
            <a:ext cx="11274552" cy="310896"/>
          </a:xfrm>
          <a:prstGeom prst="rect">
            <a:avLst/>
          </a:prstGeom>
          <a:solidFill>
            <a:srgbClr val="13284F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1" name="Text 39"/>
          <p:cNvSpPr/>
          <p:nvPr/>
        </p:nvSpPr>
        <p:spPr>
          <a:xfrm>
            <a:off x="548640" y="55504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77440" y="55504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06240" y="55504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vCPU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55504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95360" y="5550408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5861304"/>
            <a:ext cx="11274552" cy="310896"/>
          </a:xfrm>
          <a:prstGeom prst="rect">
            <a:avLst/>
          </a:prstGeom>
          <a:solidFill>
            <a:srgbClr val="0B1E3F"/>
          </a:solidFill>
          <a:ln w="635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7" name="Text 45"/>
          <p:cNvSpPr/>
          <p:nvPr/>
        </p:nvSpPr>
        <p:spPr>
          <a:xfrm>
            <a:off x="548640" y="58613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1,000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77440" y="58613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206240" y="58613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vCPU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58613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GB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95360" y="5861304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 → distribute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installation guide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19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in three commands — partner-grade install needs more, but this is the fastest path to a working environment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92840" cy="1371600"/>
          </a:xfrm>
          <a:prstGeom prst="roundRect">
            <a:avLst>
              <a:gd name="adj" fmla="val 5333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installer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 &amp;&amp; sudo apt upgrade -y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-sO https://packages.wazuh.com/4.12/wazuh-install.sh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./wazuh-install.sh -a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70332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paths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/var/ossec/etc/ossec.conf  (main XML)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/var/ossec/etc/rules/      (rules)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/var/ossec/etc/decoders/   (decoders)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structure on Manager + 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3108960"/>
            <a:ext cx="370332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52628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installation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at https://&lt;IP&gt;:443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 + generated password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wazuh-install-files.tar in your vault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4846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timezone (timedatectl set-timezone)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3108960"/>
            <a:ext cx="370332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1F376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841248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deployment (Linux)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https://packages.wazuh.com/key/GPG-KEY-WAZUH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gpg --import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install wazuh-agent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deployment variables to auto-enroll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quickstart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20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Wazuh delivers value in customer engagements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0B1E3F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mapping, IOC matching, anomaly detection, correlation rules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reports for PCI DSS, HIPAA, GDPR, NIST 800-53, CIS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1325880" y="3977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Response, FIM/Syscheck forensic data, automated escalation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74904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0B1E3F"/>
          </a:solidFill>
          <a:ln w="1524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7040880" y="3977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46177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 / GuardDuty, Azure Activity, GCP Pub/Sub integrations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Wazuh use cases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  •  Wazuh Technical Intro  •  21 /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0040" cy="32004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627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— free, open-source XDR + SIEM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2677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components: Agent · Server · Indexer ·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9077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pipeline: Decoder → Rules → Alerts (4,000+ rules out of the box)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5478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FIM, Active Response, Vulnerability Detection, SCA, Cloud, Containers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320040" cy="32004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187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communication (AES-256 / TLS) on every link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320040" cy="32004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828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 in: PCI DSS, GDPR, HIPAA, NIST 800-53, CIS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you're working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T-Alpha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004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owner-led Swiss cybersecurity practice. Open-source first. Hands-on Blue Team and Red Team work — no vendor lock-in, no management overhead.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deployments, custom decoders &amp; rules, SIEM operations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2004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70916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3749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Pentests, vulnerability assessments, technical remediation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32004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3284F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85039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3749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concepts for SMEs, Windows domain hardening, automation-first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440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 live Wazuh environment together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customer scenario to model end-to-end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080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6080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each side brings — tooling, support, escalation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Stricker  •  CTO &amp; Co-Founder, T-Alpha GmbH  •  Buchs SG, Switzerland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2465</Words>
  <Application>Microsoft Macintosh PowerPoint</Application>
  <PresentationFormat>Breitbild</PresentationFormat>
  <Paragraphs>477</Paragraphs>
  <Slides>22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T-Alpha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Wazuh - Architecture &amp; Components</dc:title>
  <dc:subject>PptxGenJS Presentation</dc:subject>
  <dc:creator>Ivan Stricker, T-Alpha GmbH</dc:creator>
  <cp:lastModifiedBy>Ivan Stricker</cp:lastModifiedBy>
  <cp:revision>2</cp:revision>
  <dcterms:created xsi:type="dcterms:W3CDTF">2026-05-08T08:58:51Z</dcterms:created>
  <dcterms:modified xsi:type="dcterms:W3CDTF">2026-05-08T10:01:51Z</dcterms:modified>
</cp:coreProperties>
</file>